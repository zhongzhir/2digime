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S1"/>
    <p:sldId id="257" r:id="rIdS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Theme" Type="http://schemas.openxmlformats.org/officeDocument/2006/relationships/theme" Target="theme/theme1.xml"/><Relationship Id="rIdS1" Type="http://schemas.openxmlformats.org/officeDocument/2006/relationships/slide" Target="slides/slide1.xml"/><Relationship Id="rIdS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</p:spPr>
        <p:txBody>
          <a:bodyPr/>
          <a:lstStyle/>
          <a:p>
            <a:endParaRPr lang="zh-CN"/>
          </a:p>
        </p:txBody>
      </p:sp>
      <p:sp>
        <p:nvSpPr>
          <p:cNvPr id="3" name="色带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F6A5A"/>
          </a:solidFill>
        </p:spPr>
        <p:txBody>
          <a:bodyPr/>
          <a:lstStyle/>
          <a:p>
            <a:endParaRPr lang="zh-CN"/>
          </a:p>
        </p:txBody>
      </p:sp>
      <p:sp>
        <p:nvSpPr>
          <p:cNvPr id="4" name="标题"/>
          <p:cNvSpPr txBox="1"/>
          <p:nvPr/>
        </p:nvSpPr>
        <p:spPr>
          <a:xfrm>
            <a:off x="548640" y="1680000"/>
            <a:ext cx="7800000" cy="160000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lnSpc>
                <a:spcPts val="4320"/>
              </a:lnSpc>
            </a:pPr>
            <a:r>
              <a:rPr lang="zh-CN" altLang="en-US" sz="3600" b="1" dirty="0">
                <a:solidFill>
                  <a:srgbClr val="1B2430"/>
                </a:solidFill>
                <a:latin typeface="Calibri"/>
                <a:ea typeface="Microsoft YaHei"/>
                <a:cs typeface="Microsoft YaHei"/>
              </a:rPr>
              <a:t>中性测试说明</a:t>
            </a:r>
            <a:endParaRPr lang="zh-CN" sz="3600"/>
          </a:p>
        </p:txBody>
      </p:sp>
      <p:sp>
        <p:nvSpPr>
          <p:cNvPr id="5" name="副标题"/>
          <p:cNvSpPr txBox="1"/>
          <p:nvPr/>
        </p:nvSpPr>
        <p:spPr>
          <a:xfrm>
            <a:off x="548640" y="3600000"/>
            <a:ext cx="7800000" cy="160000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lnSpc>
                <a:spcPts val="2160"/>
              </a:lnSpc>
            </a:pPr>
            <a:r>
              <a:rPr lang="zh-CN" altLang="en-US" sz="1800" dirty="0">
                <a:solidFill>
                  <a:srgbClr val="5C6773"/>
                </a:solidFill>
                <a:latin typeface="Calibri"/>
                <a:ea typeface="Microsoft YaHei"/>
                <a:cs typeface="Microsoft YaHei"/>
              </a:rPr>
              <a:t>用途：验证演示文稿导出链路是否可用。</a:t>
            </a:r>
            <a:endParaRPr lang="zh-CN" sz="1800"/>
          </a:p>
        </p:txBody>
      </p:sp>
      <p:sp>
        <p:nvSpPr>
          <p:cNvPr id="40" name="轨道外圈"/>
          <p:cNvSpPr/>
          <p:nvPr/>
        </p:nvSpPr>
        <p:spPr>
          <a:xfrm>
            <a:off x="9000000" y="2200000"/>
            <a:ext cx="2200000" cy="2200000"/>
          </a:xfrm>
          <a:prstGeom prst="ellipse">
            <a:avLst/>
          </a:prstGeom>
          <a:noFill/>
          <a:ln w="19050">
            <a:solidFill>
              <a:srgbClr val="0F6A5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1" name="轨道内圈"/>
          <p:cNvSpPr/>
          <p:nvPr/>
        </p:nvSpPr>
        <p:spPr>
          <a:xfrm>
            <a:off x="9280000" y="2480000"/>
            <a:ext cx="1640000" cy="1640000"/>
          </a:xfrm>
          <a:prstGeom prst="ellipse">
            <a:avLst/>
          </a:prstGeom>
          <a:noFill/>
          <a:ln w="19050">
            <a:solidFill>
              <a:srgbClr val="7AA89E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2" name="航天节点"/>
          <p:cNvSpPr/>
          <p:nvPr/>
        </p:nvSpPr>
        <p:spPr>
          <a:xfrm>
            <a:off x="9860000" y="3060000"/>
            <a:ext cx="480000" cy="480000"/>
          </a:xfrm>
          <a:prstGeom prst="ellipse">
            <a:avLst/>
          </a:prstGeom>
          <a:solidFill>
            <a:srgbClr val="0F6A5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0" name="页码"/>
          <p:cNvSpPr txBox="1"/>
          <p:nvPr/>
        </p:nvSpPr>
        <p:spPr>
          <a:xfrm>
            <a:off x="9000000" y="6400000"/>
            <a:ext cx="2500000" cy="30000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lnSpc>
                <a:spcPts val="1200"/>
              </a:lnSpc>
            </a:pPr>
            <a:r>
              <a:rPr lang="zh-CN" altLang="en-US" sz="1000" dirty="0">
                <a:solidFill>
                  <a:srgbClr val="5C6773"/>
                </a:solidFill>
                <a:latin typeface="Calibri"/>
                <a:ea typeface="Microsoft YaHei"/>
                <a:cs typeface="Microsoft YaHei"/>
              </a:rPr>
              <a:t>1 / 2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</p:spPr>
        <p:txBody>
          <a:bodyPr/>
          <a:lstStyle/>
          <a:p>
            <a:endParaRPr lang="zh-CN"/>
          </a:p>
        </p:txBody>
      </p:sp>
      <p:sp>
        <p:nvSpPr>
          <p:cNvPr id="3" name="色带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0F6A5A"/>
          </a:solidFill>
        </p:spPr>
        <p:txBody>
          <a:bodyPr/>
          <a:lstStyle/>
          <a:p>
            <a:endParaRPr lang="zh-CN"/>
          </a:p>
        </p:txBody>
      </p:sp>
      <p:sp>
        <p:nvSpPr>
          <p:cNvPr id="4" name="标题"/>
          <p:cNvSpPr txBox="1"/>
          <p:nvPr/>
        </p:nvSpPr>
        <p:spPr>
          <a:xfrm>
            <a:off x="548640" y="274320"/>
            <a:ext cx="11000000" cy="100000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lnSpc>
                <a:spcPts val="3840"/>
              </a:lnSpc>
            </a:pPr>
            <a:r>
              <a:rPr lang="zh-CN" altLang="en-US" sz="3200" b="1" dirty="0">
                <a:solidFill>
                  <a:srgbClr val="1B2430"/>
                </a:solidFill>
                <a:latin typeface="Calibri"/>
                <a:ea typeface="Microsoft YaHei"/>
                <a:cs typeface="Microsoft YaHei"/>
              </a:rPr>
              <a:t>中性测试说明</a:t>
            </a:r>
            <a:endParaRPr lang="zh-CN" sz="3200"/>
          </a:p>
        </p:txBody>
      </p:sp>
      <p:sp>
        <p:nvSpPr>
          <p:cNvPr id="5" name="要点"/>
          <p:cNvSpPr txBox="1"/>
          <p:nvPr/>
        </p:nvSpPr>
        <p:spPr>
          <a:xfrm>
            <a:off x="548640" y="1180000"/>
            <a:ext cx="11000000" cy="5100000"/>
          </a:xfrm>
          <a:prstGeom prst="rect">
            <a:avLst/>
          </a:prstGeom>
        </p:spPr>
        <p:txBody>
          <a:bodyPr wrap="square" lIns="91440" tIns="45720" rIns="91440" bIns="45720" rtlCol="0" anchor="t">
            <a:normAutofit fontScale="90000" lnSpcReduction="10000"/>
          </a:bodyPr>
          <a:lstStyle/>
          <a:p>
            <a:pPr marL="0" indent="0">
              <a:lnSpc>
                <a:spcPts val="2160"/>
              </a:lnSpc>
            </a:pPr>
            <a:r>
              <a:rPr lang="zh-CN" altLang="en-US" sz="1800" dirty="0">
                <a:solidFill>
                  <a:srgbClr val="1B2430"/>
                </a:solidFill>
                <a:latin typeface="Calibri"/>
                <a:ea typeface="Microsoft YaHei"/>
                <a:cs typeface="Microsoft YaHei"/>
              </a:rPr>
              <a:t>• 说明：本文不含任何实质结论，仅供一次性测试。</a:t>
            </a:r>
            <a:endParaRPr lang="zh-CN" sz="1800"/>
          </a:p>
        </p:txBody>
      </p:sp>
      <p:sp>
        <p:nvSpPr>
          <p:cNvPr id="200" name="页码"/>
          <p:cNvSpPr txBox="1"/>
          <p:nvPr/>
        </p:nvSpPr>
        <p:spPr>
          <a:xfrm>
            <a:off x="9000000" y="6400000"/>
            <a:ext cx="2500000" cy="30000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 marL="0" indent="0">
              <a:lnSpc>
                <a:spcPts val="1200"/>
              </a:lnSpc>
            </a:pPr>
            <a:r>
              <a:rPr lang="zh-CN" altLang="en-US" sz="1000" dirty="0">
                <a:solidFill>
                  <a:srgbClr val="5C6773"/>
                </a:solidFill>
                <a:latin typeface="Calibri"/>
                <a:ea typeface="Microsoft YaHei"/>
                <a:cs typeface="Microsoft YaHei"/>
              </a:rPr>
              <a:t>2 / 2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gitalMe">
  <a:themeElements>
    <a:clrScheme name="Office">
      <a:dk1>
        <a:srgbClr val="000000"/>
      </a:dk1>
      <a:lt1>
        <a:srgbClr val="FFFFFF"/>
      </a:lt1>
      <a:dk2>
        <a:srgbClr val="1F4E79"/>
      </a:dk2>
      <a:lt2>
        <a:srgbClr val="EEECE1"/>
      </a:lt2>
      <a:accent1>
        <a:srgbClr val="0F6A5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DigitalMe">
      <a:majorFont>
        <a:latin typeface="Calibri"/>
        <a:ea typeface="Microsoft YaHei"/>
        <a:cs typeface="Microsoft YaHei"/>
      </a:majorFont>
      <a:minorFont>
        <a:latin typeface="Calibri"/>
        <a:ea typeface="Microsoft YaHei"/>
        <a:cs typeface="Microsoft YaHe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